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59" r:id="rId5"/>
    <p:sldId id="260" r:id="rId6"/>
    <p:sldId id="262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5" r:id="rId16"/>
    <p:sldId id="274" r:id="rId17"/>
    <p:sldId id="275" r:id="rId18"/>
    <p:sldId id="276" r:id="rId19"/>
    <p:sldId id="27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8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3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6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72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90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1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3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1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96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6576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17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31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8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9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5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433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3562" y="1406429"/>
            <a:ext cx="5727398" cy="1348382"/>
          </a:xfrm>
        </p:spPr>
        <p:txBody>
          <a:bodyPr/>
          <a:lstStyle/>
          <a:p>
            <a:r>
              <a:rPr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Web</a:t>
            </a:r>
            <a:r>
              <a:rPr lang="en-IN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endParaRPr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16" y="3141620"/>
            <a:ext cx="6620968" cy="86142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A Modern Job Search &amp; Recruitment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9CAB2-DAA8-75CB-DB8C-5E4AC349EF7D}"/>
              </a:ext>
            </a:extLst>
          </p:cNvPr>
          <p:cNvSpPr txBox="1"/>
          <p:nvPr/>
        </p:nvSpPr>
        <p:spPr>
          <a:xfrm>
            <a:off x="-199136" y="5103674"/>
            <a:ext cx="51937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lang="en-US" dirty="0"/>
              <a:t>      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GUIDED BY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DR. K.K. </a:t>
            </a:r>
            <a:r>
              <a:rPr lang="en-US" dirty="0"/>
              <a:t>SAVITHA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PhD.,</a:t>
            </a:r>
          </a:p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BARATHIAR UNIVERSITY PG EXTENSION &amp;        RESEARCH CENTRE, ERODE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38320" y="5334000"/>
            <a:ext cx="5193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BY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KEERTHIGA DEVI D  (23CSEA84)</a:t>
            </a:r>
          </a:p>
          <a:p>
            <a:r>
              <a:rPr lang="en-US" dirty="0"/>
              <a:t>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1435" y="519356"/>
            <a:ext cx="3061130" cy="140053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Abstract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 job portal connecting job seekers and employers.</a:t>
            </a:r>
          </a:p>
          <a:p>
            <a:r>
              <a:rPr dirty="0"/>
              <a:t>• Built using the MERN stack for a dynamic and responsive experience.</a:t>
            </a:r>
          </a:p>
          <a:p>
            <a:r>
              <a:rPr dirty="0"/>
              <a:t>• Features job listings, applications, employer dashboards, and user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9BCB-185F-5F1F-A87D-B9D87A87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4591-45D4-0E78-4F93-35E17BB71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620" y="1853249"/>
            <a:ext cx="6711654" cy="304321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endParaRPr lang="en-IN" sz="5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React, Redux, Axios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Storage:</a:t>
            </a: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5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</a:t>
            </a: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96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8070" y="458396"/>
            <a:ext cx="7055380" cy="1400530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Authentication (login/signup)</a:t>
            </a:r>
            <a:endParaRPr lang="en-IN" dirty="0"/>
          </a:p>
          <a:p>
            <a:r>
              <a:rPr lang="en-IN" dirty="0"/>
              <a:t>Role based access (job seekers /employers)</a:t>
            </a:r>
            <a:endParaRPr dirty="0"/>
          </a:p>
          <a:p>
            <a:r>
              <a:rPr dirty="0"/>
              <a:t>Job Listings &amp; Search Functionality</a:t>
            </a:r>
          </a:p>
          <a:p>
            <a:r>
              <a:rPr dirty="0"/>
              <a:t>Employer Dashboard to Post &amp; Manage Jobs</a:t>
            </a:r>
          </a:p>
          <a:p>
            <a:r>
              <a:rPr dirty="0"/>
              <a:t>Candidate Profile Creation &amp; Resume Upload</a:t>
            </a:r>
          </a:p>
          <a:p>
            <a:r>
              <a:rPr dirty="0"/>
              <a:t>Job Applications &amp; Status Tracking</a:t>
            </a:r>
          </a:p>
          <a:p>
            <a:r>
              <a:rPr dirty="0"/>
              <a:t>Admin Panel for Moderation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750" y="452718"/>
            <a:ext cx="7055380" cy="1400530"/>
          </a:xfrm>
        </p:spPr>
        <p:txBody>
          <a:bodyPr/>
          <a:lstStyle/>
          <a:p>
            <a:pPr>
              <a:buNone/>
            </a:pPr>
            <a:r>
              <a:rPr lang="en-IN" b="1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 with Redux for 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Node.js &amp; Express.js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MongoDB for storing user and job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Media Storage:</a:t>
            </a:r>
            <a:r>
              <a:rPr lang="en-IN" dirty="0"/>
              <a:t> </a:t>
            </a:r>
            <a:r>
              <a:rPr lang="en-IN" dirty="0" err="1"/>
              <a:t>Cloudinary</a:t>
            </a:r>
            <a:r>
              <a:rPr lang="en-IN" dirty="0"/>
              <a:t> for handling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API Communication:</a:t>
            </a:r>
            <a:r>
              <a:rPr lang="en-IN" dirty="0"/>
              <a:t> Axios for frontend-backend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590" y="452718"/>
            <a:ext cx="7055380" cy="898562"/>
          </a:xfrm>
        </p:spPr>
        <p:txBody>
          <a:bodyPr/>
          <a:lstStyle/>
          <a:p>
            <a:pPr>
              <a:buNone/>
            </a:pPr>
            <a:r>
              <a:rPr lang="en-US" b="1" dirty="0"/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Users Collection:</a:t>
            </a:r>
            <a:r>
              <a:rPr lang="en-US" dirty="0"/>
              <a:t> Stores job seekers and employers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Jobs Collection:</a:t>
            </a:r>
            <a:r>
              <a:rPr lang="en-US" dirty="0"/>
              <a:t> Stores job postings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Applications Collection:</a:t>
            </a:r>
            <a:r>
              <a:rPr lang="en-US" dirty="0"/>
              <a:t> Tracks applications submitted by users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014A-7EC9-93F7-1143-CEAFAA5F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 Implementation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7FB7-7AC7-F26A-FED6-A137148F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Axios for API requests</a:t>
            </a:r>
            <a:r>
              <a:rPr lang="en-US" dirty="0"/>
              <a:t> (GET, POST, PUT, DELETE)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Postman API testing: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Authentication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CRUD operations on Jobs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Job applications endpoints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23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0CBE-0104-1C22-45F0-F799F23A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Cloudinary</a:t>
            </a:r>
            <a:r>
              <a:rPr lang="en-US" b="1" dirty="0"/>
              <a:t> Integration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C0E8-0D2E-EBD9-5846-1545B6B7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storing resumes and profile pictures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image and file uploads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Cloudinary</a:t>
            </a:r>
            <a:r>
              <a:rPr lang="en-US" dirty="0"/>
              <a:t> API for image retrieval and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599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EEB7-650C-2BD3-ED36-93BF4648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049690" cy="1400530"/>
          </a:xfrm>
        </p:spPr>
        <p:txBody>
          <a:bodyPr/>
          <a:lstStyle/>
          <a:p>
            <a:r>
              <a:rPr lang="en-US" sz="3600" b="1" dirty="0"/>
              <a:t>State Management with Redux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2C66D-2458-EC89-9843-4844DBA3B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Redux?</a:t>
            </a:r>
            <a:r>
              <a:rPr lang="en-US" dirty="0"/>
              <a:t> Efficient state handling across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Store &amp; Actions:</a:t>
            </a:r>
            <a:r>
              <a:rPr lang="en-US" dirty="0"/>
              <a:t> Managing authentication, job postings,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Reducers:</a:t>
            </a:r>
            <a:r>
              <a:rPr lang="en-US" dirty="0"/>
              <a:t> Updating states based on 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16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1A3E-4CF2-10C2-EF15-D397E67E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Challenges &amp; Solutions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38D2-8E7B-9417-6B11-2629D16A1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Handling Authentication:</a:t>
            </a:r>
            <a:r>
              <a:rPr lang="en-US" dirty="0"/>
              <a:t> Implemented JWT securely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Managing State Efficiently:</a:t>
            </a:r>
            <a:r>
              <a:rPr lang="en-US" dirty="0"/>
              <a:t> Used Redux to centralize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Optimizing Image Uploads:</a:t>
            </a:r>
            <a:r>
              <a:rPr lang="en-US" dirty="0"/>
              <a:t> Integrated </a:t>
            </a:r>
            <a:r>
              <a:rPr lang="en-US" dirty="0" err="1"/>
              <a:t>Cloudinary</a:t>
            </a:r>
            <a:r>
              <a:rPr lang="en-US" dirty="0"/>
              <a:t> for cloud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061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1BC2-81EF-BDEC-A74F-FEB77244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Enhancements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725C-2FB8-2208-C0AE-BDD7EB856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AI-based job recommendations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Live interview scheduling feature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More advanced filters for job search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38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471D-0B15-F746-86F0-8B4BF0B57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6300877C-4B51-F3BB-5877-D38E80209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087" y="1425677"/>
            <a:ext cx="7432009" cy="4612577"/>
          </a:xfrm>
        </p:spPr>
      </p:pic>
    </p:spTree>
    <p:extLst>
      <p:ext uri="{BB962C8B-B14F-4D97-AF65-F5344CB8AC3E}">
        <p14:creationId xmlns:p14="http://schemas.microsoft.com/office/powerpoint/2010/main" val="121007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1E329-C11A-B48B-3365-E12F92166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1636D8-B21A-6F30-2D8D-0FAD75A3F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822" y="452718"/>
            <a:ext cx="8650356" cy="5340164"/>
          </a:xfrm>
        </p:spPr>
      </p:pic>
    </p:spTree>
    <p:extLst>
      <p:ext uri="{BB962C8B-B14F-4D97-AF65-F5344CB8AC3E}">
        <p14:creationId xmlns:p14="http://schemas.microsoft.com/office/powerpoint/2010/main" val="249684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24DE-C7FF-F5EC-A139-93C4E5B0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7C3C45-6035-E141-23B5-CD0D2A680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38" y="298202"/>
            <a:ext cx="8982923" cy="5703958"/>
          </a:xfrm>
        </p:spPr>
      </p:pic>
    </p:spTree>
    <p:extLst>
      <p:ext uri="{BB962C8B-B14F-4D97-AF65-F5344CB8AC3E}">
        <p14:creationId xmlns:p14="http://schemas.microsoft.com/office/powerpoint/2010/main" val="112639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28486E-386C-1A4C-23F4-DB69E4D10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857250"/>
            <a:ext cx="81017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95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BEEE6-5472-445E-C880-59146C6F8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3" y="857250"/>
            <a:ext cx="77674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10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4393AC-E0A5-8F92-2F98-B6363D83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1201379"/>
            <a:ext cx="77281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60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7AED2-645A-0660-E981-4A973954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857250"/>
            <a:ext cx="81706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74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410F74-B324-DC7F-0C3D-BA927347AC7A}"/>
              </a:ext>
            </a:extLst>
          </p:cNvPr>
          <p:cNvSpPr txBox="1"/>
          <p:nvPr/>
        </p:nvSpPr>
        <p:spPr>
          <a:xfrm>
            <a:off x="2605549" y="2654709"/>
            <a:ext cx="4070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32760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108</TotalTime>
  <Words>354</Words>
  <Application>Microsoft Office PowerPoint</Application>
  <PresentationFormat>On-screen Show (4:3)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Times New Roman</vt:lpstr>
      <vt:lpstr>Wingdings 3</vt:lpstr>
      <vt:lpstr>Ion</vt:lpstr>
      <vt:lpstr>Job Portal Website</vt:lpstr>
      <vt:lpstr>Abstract</vt:lpstr>
      <vt:lpstr>Tech stack</vt:lpstr>
      <vt:lpstr>Key Features</vt:lpstr>
      <vt:lpstr>Architecture</vt:lpstr>
      <vt:lpstr>Database Schema</vt:lpstr>
      <vt:lpstr>API Implementation </vt:lpstr>
      <vt:lpstr>Cloudinary Integration </vt:lpstr>
      <vt:lpstr>State Management with Redux </vt:lpstr>
      <vt:lpstr>Challenges &amp; Solutions </vt:lpstr>
      <vt:lpstr>Future Enhancements </vt:lpstr>
      <vt:lpstr>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Monica D</cp:lastModifiedBy>
  <cp:revision>9</cp:revision>
  <dcterms:created xsi:type="dcterms:W3CDTF">2013-01-27T09:14:16Z</dcterms:created>
  <dcterms:modified xsi:type="dcterms:W3CDTF">2025-09-14T13:54:27Z</dcterms:modified>
  <cp:category/>
</cp:coreProperties>
</file>